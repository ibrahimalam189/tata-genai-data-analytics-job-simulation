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052B27-F9CB-4CB4-ABC8-43A1BD46E4E3}" v="27" dt="2025-12-23T04:06:34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brahim alam" userId="3c71a40d5fea2af4" providerId="Windows Live" clId="Web-{A9052B27-F9CB-4CB4-ABC8-43A1BD46E4E3}"/>
    <pc:docChg chg="mod modSld addMainMaster delMainMaster">
      <pc:chgData name="ibrahim alam" userId="3c71a40d5fea2af4" providerId="Windows Live" clId="Web-{A9052B27-F9CB-4CB4-ABC8-43A1BD46E4E3}" dt="2025-12-23T04:06:34.436" v="19"/>
      <pc:docMkLst>
        <pc:docMk/>
      </pc:docMkLst>
      <pc:sldChg chg="modSp mod modClrScheme chgLayout">
        <pc:chgData name="ibrahim alam" userId="3c71a40d5fea2af4" providerId="Windows Live" clId="Web-{A9052B27-F9CB-4CB4-ABC8-43A1BD46E4E3}" dt="2025-12-23T04:06:34.436" v="19"/>
        <pc:sldMkLst>
          <pc:docMk/>
          <pc:sldMk cId="0" sldId="256"/>
        </pc:sldMkLst>
        <pc:spChg chg="mod ord">
          <ac:chgData name="ibrahim alam" userId="3c71a40d5fea2af4" providerId="Windows Live" clId="Web-{A9052B27-F9CB-4CB4-ABC8-43A1BD46E4E3}" dt="2025-12-23T04:06:34.436" v="19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ibrahim alam" userId="3c71a40d5fea2af4" providerId="Windows Live" clId="Web-{A9052B27-F9CB-4CB4-ABC8-43A1BD46E4E3}" dt="2025-12-23T04:06:34.436" v="19"/>
          <ac:spMkLst>
            <pc:docMk/>
            <pc:sldMk cId="0" sldId="256"/>
            <ac:spMk id="3" creationId="{00000000-0000-0000-0000-000000000000}"/>
          </ac:spMkLst>
        </pc:spChg>
      </pc:sldChg>
      <pc:sldChg chg="modSp mod modClrScheme chgLayout">
        <pc:chgData name="ibrahim alam" userId="3c71a40d5fea2af4" providerId="Windows Live" clId="Web-{A9052B27-F9CB-4CB4-ABC8-43A1BD46E4E3}" dt="2025-12-23T04:06:34.436" v="19"/>
        <pc:sldMkLst>
          <pc:docMk/>
          <pc:sldMk cId="0" sldId="257"/>
        </pc:sldMkLst>
        <pc:spChg chg="mod ord">
          <ac:chgData name="ibrahim alam" userId="3c71a40d5fea2af4" providerId="Windows Live" clId="Web-{A9052B27-F9CB-4CB4-ABC8-43A1BD46E4E3}" dt="2025-12-23T04:06:34.436" v="19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ibrahim alam" userId="3c71a40d5fea2af4" providerId="Windows Live" clId="Web-{A9052B27-F9CB-4CB4-ABC8-43A1BD46E4E3}" dt="2025-12-23T04:06:34.436" v="19"/>
          <ac:spMkLst>
            <pc:docMk/>
            <pc:sldMk cId="0" sldId="257"/>
            <ac:spMk id="3" creationId="{00000000-0000-0000-0000-000000000000}"/>
          </ac:spMkLst>
        </pc:spChg>
      </pc:sldChg>
      <pc:sldChg chg="modSp mod modClrScheme chgLayout">
        <pc:chgData name="ibrahim alam" userId="3c71a40d5fea2af4" providerId="Windows Live" clId="Web-{A9052B27-F9CB-4CB4-ABC8-43A1BD46E4E3}" dt="2025-12-23T04:06:34.436" v="19"/>
        <pc:sldMkLst>
          <pc:docMk/>
          <pc:sldMk cId="0" sldId="258"/>
        </pc:sldMkLst>
        <pc:spChg chg="mod ord">
          <ac:chgData name="ibrahim alam" userId="3c71a40d5fea2af4" providerId="Windows Live" clId="Web-{A9052B27-F9CB-4CB4-ABC8-43A1BD46E4E3}" dt="2025-12-23T04:06:34.436" v="19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ibrahim alam" userId="3c71a40d5fea2af4" providerId="Windows Live" clId="Web-{A9052B27-F9CB-4CB4-ABC8-43A1BD46E4E3}" dt="2025-12-23T04:06:34.436" v="19"/>
          <ac:spMkLst>
            <pc:docMk/>
            <pc:sldMk cId="0" sldId="258"/>
            <ac:spMk id="3" creationId="{00000000-0000-0000-0000-000000000000}"/>
          </ac:spMkLst>
        </pc:spChg>
      </pc:sldChg>
      <pc:sldChg chg="modSp mod modClrScheme chgLayout">
        <pc:chgData name="ibrahim alam" userId="3c71a40d5fea2af4" providerId="Windows Live" clId="Web-{A9052B27-F9CB-4CB4-ABC8-43A1BD46E4E3}" dt="2025-12-23T04:06:34.436" v="19"/>
        <pc:sldMkLst>
          <pc:docMk/>
          <pc:sldMk cId="0" sldId="259"/>
        </pc:sldMkLst>
        <pc:spChg chg="mod ord">
          <ac:chgData name="ibrahim alam" userId="3c71a40d5fea2af4" providerId="Windows Live" clId="Web-{A9052B27-F9CB-4CB4-ABC8-43A1BD46E4E3}" dt="2025-12-23T04:06:34.436" v="19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ibrahim alam" userId="3c71a40d5fea2af4" providerId="Windows Live" clId="Web-{A9052B27-F9CB-4CB4-ABC8-43A1BD46E4E3}" dt="2025-12-23T04:06:34.436" v="19"/>
          <ac:spMkLst>
            <pc:docMk/>
            <pc:sldMk cId="0" sldId="259"/>
            <ac:spMk id="3" creationId="{00000000-0000-0000-0000-000000000000}"/>
          </ac:spMkLst>
        </pc:spChg>
      </pc:sldChg>
      <pc:sldChg chg="modSp mod modClrScheme chgLayout">
        <pc:chgData name="ibrahim alam" userId="3c71a40d5fea2af4" providerId="Windows Live" clId="Web-{A9052B27-F9CB-4CB4-ABC8-43A1BD46E4E3}" dt="2025-12-23T04:06:34.436" v="19"/>
        <pc:sldMkLst>
          <pc:docMk/>
          <pc:sldMk cId="0" sldId="260"/>
        </pc:sldMkLst>
        <pc:spChg chg="mod ord">
          <ac:chgData name="ibrahim alam" userId="3c71a40d5fea2af4" providerId="Windows Live" clId="Web-{A9052B27-F9CB-4CB4-ABC8-43A1BD46E4E3}" dt="2025-12-23T04:06:34.436" v="19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ibrahim alam" userId="3c71a40d5fea2af4" providerId="Windows Live" clId="Web-{A9052B27-F9CB-4CB4-ABC8-43A1BD46E4E3}" dt="2025-12-23T04:06:34.436" v="19"/>
          <ac:spMkLst>
            <pc:docMk/>
            <pc:sldMk cId="0" sldId="260"/>
            <ac:spMk id="3" creationId="{00000000-0000-0000-0000-000000000000}"/>
          </ac:spMkLst>
        </pc:spChg>
      </pc:sldChg>
      <pc:sldChg chg="modSp mod modClrScheme chgLayout">
        <pc:chgData name="ibrahim alam" userId="3c71a40d5fea2af4" providerId="Windows Live" clId="Web-{A9052B27-F9CB-4CB4-ABC8-43A1BD46E4E3}" dt="2025-12-23T04:06:34.436" v="19"/>
        <pc:sldMkLst>
          <pc:docMk/>
          <pc:sldMk cId="0" sldId="261"/>
        </pc:sldMkLst>
        <pc:spChg chg="mod ord">
          <ac:chgData name="ibrahim alam" userId="3c71a40d5fea2af4" providerId="Windows Live" clId="Web-{A9052B27-F9CB-4CB4-ABC8-43A1BD46E4E3}" dt="2025-12-23T04:06:34.436" v="19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ibrahim alam" userId="3c71a40d5fea2af4" providerId="Windows Live" clId="Web-{A9052B27-F9CB-4CB4-ABC8-43A1BD46E4E3}" dt="2025-12-23T04:06:34.436" v="19"/>
          <ac:spMkLst>
            <pc:docMk/>
            <pc:sldMk cId="0" sldId="261"/>
            <ac:spMk id="3" creationId="{00000000-0000-0000-0000-000000000000}"/>
          </ac:spMkLst>
        </pc:spChg>
      </pc:sldChg>
      <pc:sldChg chg="modSp mod modClrScheme chgLayout">
        <pc:chgData name="ibrahim alam" userId="3c71a40d5fea2af4" providerId="Windows Live" clId="Web-{A9052B27-F9CB-4CB4-ABC8-43A1BD46E4E3}" dt="2025-12-23T04:06:34.436" v="19"/>
        <pc:sldMkLst>
          <pc:docMk/>
          <pc:sldMk cId="0" sldId="262"/>
        </pc:sldMkLst>
        <pc:spChg chg="mod ord">
          <ac:chgData name="ibrahim alam" userId="3c71a40d5fea2af4" providerId="Windows Live" clId="Web-{A9052B27-F9CB-4CB4-ABC8-43A1BD46E4E3}" dt="2025-12-23T04:06:34.436" v="19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ibrahim alam" userId="3c71a40d5fea2af4" providerId="Windows Live" clId="Web-{A9052B27-F9CB-4CB4-ABC8-43A1BD46E4E3}" dt="2025-12-23T04:06:34.436" v="19"/>
          <ac:spMkLst>
            <pc:docMk/>
            <pc:sldMk cId="0" sldId="262"/>
            <ac:spMk id="3" creationId="{00000000-0000-0000-0000-000000000000}"/>
          </ac:spMkLst>
        </pc:spChg>
      </pc:sldChg>
      <pc:sldMasterChg chg="add del addSldLayout delSldLayout">
        <pc:chgData name="ibrahim alam" userId="3c71a40d5fea2af4" providerId="Windows Live" clId="Web-{A9052B27-F9CB-4CB4-ABC8-43A1BD46E4E3}" dt="2025-12-23T04:04:57.825" v="17"/>
        <pc:sldMasterMkLst>
          <pc:docMk/>
          <pc:sldMasterMk cId="2209977519" sldId="2147483648"/>
        </pc:sldMasterMkLst>
        <pc:sldLayoutChg chg="add del">
          <pc:chgData name="ibrahim alam" userId="3c71a40d5fea2af4" providerId="Windows Live" clId="Web-{A9052B27-F9CB-4CB4-ABC8-43A1BD46E4E3}" dt="2025-12-23T04:04:57.825" v="17"/>
          <pc:sldLayoutMkLst>
            <pc:docMk/>
            <pc:sldMasterMk cId="2209977519" sldId="2147483648"/>
            <pc:sldLayoutMk cId="3168075583" sldId="2147483649"/>
          </pc:sldLayoutMkLst>
        </pc:sldLayoutChg>
        <pc:sldLayoutChg chg="add del">
          <pc:chgData name="ibrahim alam" userId="3c71a40d5fea2af4" providerId="Windows Live" clId="Web-{A9052B27-F9CB-4CB4-ABC8-43A1BD46E4E3}" dt="2025-12-23T04:04:57.825" v="17"/>
          <pc:sldLayoutMkLst>
            <pc:docMk/>
            <pc:sldMasterMk cId="2209977519" sldId="2147483648"/>
            <pc:sldLayoutMk cId="2614314258" sldId="2147483650"/>
          </pc:sldLayoutMkLst>
        </pc:sldLayoutChg>
        <pc:sldLayoutChg chg="add del">
          <pc:chgData name="ibrahim alam" userId="3c71a40d5fea2af4" providerId="Windows Live" clId="Web-{A9052B27-F9CB-4CB4-ABC8-43A1BD46E4E3}" dt="2025-12-23T04:04:57.825" v="17"/>
          <pc:sldLayoutMkLst>
            <pc:docMk/>
            <pc:sldMasterMk cId="2209977519" sldId="2147483648"/>
            <pc:sldLayoutMk cId="960648375" sldId="2147483651"/>
          </pc:sldLayoutMkLst>
        </pc:sldLayoutChg>
        <pc:sldLayoutChg chg="add del">
          <pc:chgData name="ibrahim alam" userId="3c71a40d5fea2af4" providerId="Windows Live" clId="Web-{A9052B27-F9CB-4CB4-ABC8-43A1BD46E4E3}" dt="2025-12-23T04:04:57.825" v="17"/>
          <pc:sldLayoutMkLst>
            <pc:docMk/>
            <pc:sldMasterMk cId="2209977519" sldId="2147483648"/>
            <pc:sldLayoutMk cId="2782244947" sldId="2147483652"/>
          </pc:sldLayoutMkLst>
        </pc:sldLayoutChg>
        <pc:sldLayoutChg chg="add del">
          <pc:chgData name="ibrahim alam" userId="3c71a40d5fea2af4" providerId="Windows Live" clId="Web-{A9052B27-F9CB-4CB4-ABC8-43A1BD46E4E3}" dt="2025-12-23T04:04:57.825" v="17"/>
          <pc:sldLayoutMkLst>
            <pc:docMk/>
            <pc:sldMasterMk cId="2209977519" sldId="2147483648"/>
            <pc:sldLayoutMk cId="990158736" sldId="2147483653"/>
          </pc:sldLayoutMkLst>
        </pc:sldLayoutChg>
        <pc:sldLayoutChg chg="add del">
          <pc:chgData name="ibrahim alam" userId="3c71a40d5fea2af4" providerId="Windows Live" clId="Web-{A9052B27-F9CB-4CB4-ABC8-43A1BD46E4E3}" dt="2025-12-23T04:04:57.825" v="17"/>
          <pc:sldLayoutMkLst>
            <pc:docMk/>
            <pc:sldMasterMk cId="2209977519" sldId="2147483648"/>
            <pc:sldLayoutMk cId="727027711" sldId="2147483654"/>
          </pc:sldLayoutMkLst>
        </pc:sldLayoutChg>
        <pc:sldLayoutChg chg="add del">
          <pc:chgData name="ibrahim alam" userId="3c71a40d5fea2af4" providerId="Windows Live" clId="Web-{A9052B27-F9CB-4CB4-ABC8-43A1BD46E4E3}" dt="2025-12-23T04:04:57.825" v="17"/>
          <pc:sldLayoutMkLst>
            <pc:docMk/>
            <pc:sldMasterMk cId="2209977519" sldId="2147483648"/>
            <pc:sldLayoutMk cId="1212999818" sldId="2147483655"/>
          </pc:sldLayoutMkLst>
        </pc:sldLayoutChg>
        <pc:sldLayoutChg chg="add del">
          <pc:chgData name="ibrahim alam" userId="3c71a40d5fea2af4" providerId="Windows Live" clId="Web-{A9052B27-F9CB-4CB4-ABC8-43A1BD46E4E3}" dt="2025-12-23T04:04:57.825" v="17"/>
          <pc:sldLayoutMkLst>
            <pc:docMk/>
            <pc:sldMasterMk cId="2209977519" sldId="2147483648"/>
            <pc:sldLayoutMk cId="1840726560" sldId="2147483656"/>
          </pc:sldLayoutMkLst>
        </pc:sldLayoutChg>
        <pc:sldLayoutChg chg="add del">
          <pc:chgData name="ibrahim alam" userId="3c71a40d5fea2af4" providerId="Windows Live" clId="Web-{A9052B27-F9CB-4CB4-ABC8-43A1BD46E4E3}" dt="2025-12-23T04:04:57.825" v="17"/>
          <pc:sldLayoutMkLst>
            <pc:docMk/>
            <pc:sldMasterMk cId="2209977519" sldId="2147483648"/>
            <pc:sldLayoutMk cId="3889236939" sldId="2147483657"/>
          </pc:sldLayoutMkLst>
        </pc:sldLayoutChg>
        <pc:sldLayoutChg chg="add del">
          <pc:chgData name="ibrahim alam" userId="3c71a40d5fea2af4" providerId="Windows Live" clId="Web-{A9052B27-F9CB-4CB4-ABC8-43A1BD46E4E3}" dt="2025-12-23T04:04:57.825" v="17"/>
          <pc:sldLayoutMkLst>
            <pc:docMk/>
            <pc:sldMasterMk cId="2209977519" sldId="2147483648"/>
            <pc:sldLayoutMk cId="2910927964" sldId="2147483658"/>
          </pc:sldLayoutMkLst>
        </pc:sldLayoutChg>
        <pc:sldLayoutChg chg="add del">
          <pc:chgData name="ibrahim alam" userId="3c71a40d5fea2af4" providerId="Windows Live" clId="Web-{A9052B27-F9CB-4CB4-ABC8-43A1BD46E4E3}" dt="2025-12-23T04:04:57.825" v="17"/>
          <pc:sldLayoutMkLst>
            <pc:docMk/>
            <pc:sldMasterMk cId="2209977519" sldId="2147483648"/>
            <pc:sldLayoutMk cId="3612223792" sldId="2147483659"/>
          </pc:sldLayoutMkLst>
        </pc:sldLayoutChg>
      </pc:sldMasterChg>
      <pc:sldMasterChg chg="add del addSldLayout delSldLayout modSldLayout">
        <pc:chgData name="ibrahim alam" userId="3c71a40d5fea2af4" providerId="Windows Live" clId="Web-{A9052B27-F9CB-4CB4-ABC8-43A1BD46E4E3}" dt="2025-12-23T04:05:08.684" v="18"/>
        <pc:sldMasterMkLst>
          <pc:docMk/>
          <pc:sldMasterMk cId="3727063653" sldId="2147483660"/>
        </pc:sldMasterMkLst>
        <pc:sldLayoutChg chg="add del mod replId">
          <pc:chgData name="ibrahim alam" userId="3c71a40d5fea2af4" providerId="Windows Live" clId="Web-{A9052B27-F9CB-4CB4-ABC8-43A1BD46E4E3}" dt="2025-12-23T04:05:08.684" v="18"/>
          <pc:sldLayoutMkLst>
            <pc:docMk/>
            <pc:sldMasterMk cId="3727063653" sldId="2147483660"/>
            <pc:sldLayoutMk cId="1699041905" sldId="2147483661"/>
          </pc:sldLayoutMkLst>
        </pc:sldLayoutChg>
        <pc:sldLayoutChg chg="add del mod replId">
          <pc:chgData name="ibrahim alam" userId="3c71a40d5fea2af4" providerId="Windows Live" clId="Web-{A9052B27-F9CB-4CB4-ABC8-43A1BD46E4E3}" dt="2025-12-23T04:05:08.684" v="18"/>
          <pc:sldLayoutMkLst>
            <pc:docMk/>
            <pc:sldMasterMk cId="3727063653" sldId="2147483660"/>
            <pc:sldLayoutMk cId="3412203680" sldId="2147483662"/>
          </pc:sldLayoutMkLst>
        </pc:sldLayoutChg>
        <pc:sldLayoutChg chg="add del mod replId">
          <pc:chgData name="ibrahim alam" userId="3c71a40d5fea2af4" providerId="Windows Live" clId="Web-{A9052B27-F9CB-4CB4-ABC8-43A1BD46E4E3}" dt="2025-12-23T04:05:08.684" v="18"/>
          <pc:sldLayoutMkLst>
            <pc:docMk/>
            <pc:sldMasterMk cId="3727063653" sldId="2147483660"/>
            <pc:sldLayoutMk cId="2125394730" sldId="2147483663"/>
          </pc:sldLayoutMkLst>
        </pc:sldLayoutChg>
        <pc:sldLayoutChg chg="add del mod replId">
          <pc:chgData name="ibrahim alam" userId="3c71a40d5fea2af4" providerId="Windows Live" clId="Web-{A9052B27-F9CB-4CB4-ABC8-43A1BD46E4E3}" dt="2025-12-23T04:05:08.684" v="18"/>
          <pc:sldLayoutMkLst>
            <pc:docMk/>
            <pc:sldMasterMk cId="3727063653" sldId="2147483660"/>
            <pc:sldLayoutMk cId="1768826558" sldId="2147483664"/>
          </pc:sldLayoutMkLst>
        </pc:sldLayoutChg>
        <pc:sldLayoutChg chg="add del mod replId">
          <pc:chgData name="ibrahim alam" userId="3c71a40d5fea2af4" providerId="Windows Live" clId="Web-{A9052B27-F9CB-4CB4-ABC8-43A1BD46E4E3}" dt="2025-12-23T04:05:08.684" v="18"/>
          <pc:sldLayoutMkLst>
            <pc:docMk/>
            <pc:sldMasterMk cId="3727063653" sldId="2147483660"/>
            <pc:sldLayoutMk cId="2268649336" sldId="2147483665"/>
          </pc:sldLayoutMkLst>
        </pc:sldLayoutChg>
        <pc:sldLayoutChg chg="add del mod replId">
          <pc:chgData name="ibrahim alam" userId="3c71a40d5fea2af4" providerId="Windows Live" clId="Web-{A9052B27-F9CB-4CB4-ABC8-43A1BD46E4E3}" dt="2025-12-23T04:05:08.684" v="18"/>
          <pc:sldLayoutMkLst>
            <pc:docMk/>
            <pc:sldMasterMk cId="3727063653" sldId="2147483660"/>
            <pc:sldLayoutMk cId="4159337012" sldId="2147483666"/>
          </pc:sldLayoutMkLst>
        </pc:sldLayoutChg>
        <pc:sldLayoutChg chg="add del mod replId">
          <pc:chgData name="ibrahim alam" userId="3c71a40d5fea2af4" providerId="Windows Live" clId="Web-{A9052B27-F9CB-4CB4-ABC8-43A1BD46E4E3}" dt="2025-12-23T04:05:08.684" v="18"/>
          <pc:sldLayoutMkLst>
            <pc:docMk/>
            <pc:sldMasterMk cId="3727063653" sldId="2147483660"/>
            <pc:sldLayoutMk cId="3623717049" sldId="2147483667"/>
          </pc:sldLayoutMkLst>
        </pc:sldLayoutChg>
        <pc:sldLayoutChg chg="add del mod replId">
          <pc:chgData name="ibrahim alam" userId="3c71a40d5fea2af4" providerId="Windows Live" clId="Web-{A9052B27-F9CB-4CB4-ABC8-43A1BD46E4E3}" dt="2025-12-23T04:05:08.684" v="18"/>
          <pc:sldLayoutMkLst>
            <pc:docMk/>
            <pc:sldMasterMk cId="3727063653" sldId="2147483660"/>
            <pc:sldLayoutMk cId="1130150195" sldId="2147483668"/>
          </pc:sldLayoutMkLst>
        </pc:sldLayoutChg>
        <pc:sldLayoutChg chg="add del mod replId">
          <pc:chgData name="ibrahim alam" userId="3c71a40d5fea2af4" providerId="Windows Live" clId="Web-{A9052B27-F9CB-4CB4-ABC8-43A1BD46E4E3}" dt="2025-12-23T04:05:08.684" v="18"/>
          <pc:sldLayoutMkLst>
            <pc:docMk/>
            <pc:sldMasterMk cId="3727063653" sldId="2147483660"/>
            <pc:sldLayoutMk cId="90560278" sldId="2147483669"/>
          </pc:sldLayoutMkLst>
        </pc:sldLayoutChg>
        <pc:sldLayoutChg chg="add del mod replId">
          <pc:chgData name="ibrahim alam" userId="3c71a40d5fea2af4" providerId="Windows Live" clId="Web-{A9052B27-F9CB-4CB4-ABC8-43A1BD46E4E3}" dt="2025-12-23T04:05:08.684" v="18"/>
          <pc:sldLayoutMkLst>
            <pc:docMk/>
            <pc:sldMasterMk cId="3727063653" sldId="2147483660"/>
            <pc:sldLayoutMk cId="3508256853" sldId="2147483670"/>
          </pc:sldLayoutMkLst>
        </pc:sldLayoutChg>
        <pc:sldLayoutChg chg="add del mod replId">
          <pc:chgData name="ibrahim alam" userId="3c71a40d5fea2af4" providerId="Windows Live" clId="Web-{A9052B27-F9CB-4CB4-ABC8-43A1BD46E4E3}" dt="2025-12-23T04:05:08.684" v="18"/>
          <pc:sldLayoutMkLst>
            <pc:docMk/>
            <pc:sldMasterMk cId="3727063653" sldId="2147483660"/>
            <pc:sldLayoutMk cId="853538945" sldId="2147483671"/>
          </pc:sldLayoutMkLst>
        </pc:sldLayoutChg>
      </pc:sldMasterChg>
      <pc:sldMasterChg chg="add del addSldLayout delSldLayout modSldLayout">
        <pc:chgData name="ibrahim alam" userId="3c71a40d5fea2af4" providerId="Windows Live" clId="Web-{A9052B27-F9CB-4CB4-ABC8-43A1BD46E4E3}" dt="2025-12-23T04:04:51.403" v="15"/>
        <pc:sldMasterMkLst>
          <pc:docMk/>
          <pc:sldMasterMk cId="4164674139" sldId="2147483660"/>
        </pc:sldMasterMkLst>
        <pc:sldLayoutChg chg="add del mod replId">
          <pc:chgData name="ibrahim alam" userId="3c71a40d5fea2af4" providerId="Windows Live" clId="Web-{A9052B27-F9CB-4CB4-ABC8-43A1BD46E4E3}" dt="2025-12-23T04:04:51.403" v="15"/>
          <pc:sldLayoutMkLst>
            <pc:docMk/>
            <pc:sldMasterMk cId="4164674139" sldId="2147483660"/>
            <pc:sldLayoutMk cId="3921334931" sldId="2147483661"/>
          </pc:sldLayoutMkLst>
        </pc:sldLayoutChg>
        <pc:sldLayoutChg chg="add del mod replId">
          <pc:chgData name="ibrahim alam" userId="3c71a40d5fea2af4" providerId="Windows Live" clId="Web-{A9052B27-F9CB-4CB4-ABC8-43A1BD46E4E3}" dt="2025-12-23T04:04:51.403" v="15"/>
          <pc:sldLayoutMkLst>
            <pc:docMk/>
            <pc:sldMasterMk cId="4164674139" sldId="2147483660"/>
            <pc:sldLayoutMk cId="963600896" sldId="2147483662"/>
          </pc:sldLayoutMkLst>
        </pc:sldLayoutChg>
        <pc:sldLayoutChg chg="add del mod replId">
          <pc:chgData name="ibrahim alam" userId="3c71a40d5fea2af4" providerId="Windows Live" clId="Web-{A9052B27-F9CB-4CB4-ABC8-43A1BD46E4E3}" dt="2025-12-23T04:04:51.403" v="15"/>
          <pc:sldLayoutMkLst>
            <pc:docMk/>
            <pc:sldMasterMk cId="4164674139" sldId="2147483660"/>
            <pc:sldLayoutMk cId="2209706850" sldId="2147483663"/>
          </pc:sldLayoutMkLst>
        </pc:sldLayoutChg>
        <pc:sldLayoutChg chg="add del mod replId">
          <pc:chgData name="ibrahim alam" userId="3c71a40d5fea2af4" providerId="Windows Live" clId="Web-{A9052B27-F9CB-4CB4-ABC8-43A1BD46E4E3}" dt="2025-12-23T04:04:51.403" v="15"/>
          <pc:sldLayoutMkLst>
            <pc:docMk/>
            <pc:sldMasterMk cId="4164674139" sldId="2147483660"/>
            <pc:sldLayoutMk cId="2570562251" sldId="2147483664"/>
          </pc:sldLayoutMkLst>
        </pc:sldLayoutChg>
        <pc:sldLayoutChg chg="add del mod replId">
          <pc:chgData name="ibrahim alam" userId="3c71a40d5fea2af4" providerId="Windows Live" clId="Web-{A9052B27-F9CB-4CB4-ABC8-43A1BD46E4E3}" dt="2025-12-23T04:04:51.403" v="15"/>
          <pc:sldLayoutMkLst>
            <pc:docMk/>
            <pc:sldMasterMk cId="4164674139" sldId="2147483660"/>
            <pc:sldLayoutMk cId="1158658649" sldId="2147483665"/>
          </pc:sldLayoutMkLst>
        </pc:sldLayoutChg>
        <pc:sldLayoutChg chg="add del mod replId">
          <pc:chgData name="ibrahim alam" userId="3c71a40d5fea2af4" providerId="Windows Live" clId="Web-{A9052B27-F9CB-4CB4-ABC8-43A1BD46E4E3}" dt="2025-12-23T04:04:51.403" v="15"/>
          <pc:sldLayoutMkLst>
            <pc:docMk/>
            <pc:sldMasterMk cId="4164674139" sldId="2147483660"/>
            <pc:sldLayoutMk cId="2288293404" sldId="2147483666"/>
          </pc:sldLayoutMkLst>
        </pc:sldLayoutChg>
        <pc:sldLayoutChg chg="add del mod replId">
          <pc:chgData name="ibrahim alam" userId="3c71a40d5fea2af4" providerId="Windows Live" clId="Web-{A9052B27-F9CB-4CB4-ABC8-43A1BD46E4E3}" dt="2025-12-23T04:04:51.403" v="15"/>
          <pc:sldLayoutMkLst>
            <pc:docMk/>
            <pc:sldMasterMk cId="4164674139" sldId="2147483660"/>
            <pc:sldLayoutMk cId="1987940662" sldId="2147483667"/>
          </pc:sldLayoutMkLst>
        </pc:sldLayoutChg>
        <pc:sldLayoutChg chg="add del mod replId">
          <pc:chgData name="ibrahim alam" userId="3c71a40d5fea2af4" providerId="Windows Live" clId="Web-{A9052B27-F9CB-4CB4-ABC8-43A1BD46E4E3}" dt="2025-12-23T04:04:51.403" v="15"/>
          <pc:sldLayoutMkLst>
            <pc:docMk/>
            <pc:sldMasterMk cId="4164674139" sldId="2147483660"/>
            <pc:sldLayoutMk cId="968027464" sldId="2147483668"/>
          </pc:sldLayoutMkLst>
        </pc:sldLayoutChg>
        <pc:sldLayoutChg chg="add del mod replId">
          <pc:chgData name="ibrahim alam" userId="3c71a40d5fea2af4" providerId="Windows Live" clId="Web-{A9052B27-F9CB-4CB4-ABC8-43A1BD46E4E3}" dt="2025-12-23T04:04:51.403" v="15"/>
          <pc:sldLayoutMkLst>
            <pc:docMk/>
            <pc:sldMasterMk cId="4164674139" sldId="2147483660"/>
            <pc:sldLayoutMk cId="1585308578" sldId="2147483669"/>
          </pc:sldLayoutMkLst>
        </pc:sldLayoutChg>
        <pc:sldLayoutChg chg="add del mod replId">
          <pc:chgData name="ibrahim alam" userId="3c71a40d5fea2af4" providerId="Windows Live" clId="Web-{A9052B27-F9CB-4CB4-ABC8-43A1BD46E4E3}" dt="2025-12-23T04:04:51.403" v="15"/>
          <pc:sldLayoutMkLst>
            <pc:docMk/>
            <pc:sldMasterMk cId="4164674139" sldId="2147483660"/>
            <pc:sldLayoutMk cId="2466882763" sldId="2147483670"/>
          </pc:sldLayoutMkLst>
        </pc:sldLayoutChg>
        <pc:sldLayoutChg chg="add del mod replId">
          <pc:chgData name="ibrahim alam" userId="3c71a40d5fea2af4" providerId="Windows Live" clId="Web-{A9052B27-F9CB-4CB4-ABC8-43A1BD46E4E3}" dt="2025-12-23T04:04:51.403" v="15"/>
          <pc:sldLayoutMkLst>
            <pc:docMk/>
            <pc:sldMasterMk cId="4164674139" sldId="2147483660"/>
            <pc:sldLayoutMk cId="125278012" sldId="2147483671"/>
          </pc:sldLayoutMkLst>
        </pc:sldLayoutChg>
      </pc:sldMasterChg>
      <pc:sldMasterChg chg="add del addSldLayout delSldLayout modSldLayout">
        <pc:chgData name="ibrahim alam" userId="3c71a40d5fea2af4" providerId="Windows Live" clId="Web-{A9052B27-F9CB-4CB4-ABC8-43A1BD46E4E3}" dt="2025-12-23T04:06:34.436" v="19"/>
        <pc:sldMasterMkLst>
          <pc:docMk/>
          <pc:sldMasterMk cId="117320909" sldId="2147483672"/>
        </pc:sldMasterMkLst>
        <pc:sldLayoutChg chg="add del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117320909" sldId="2147483672"/>
            <pc:sldLayoutMk cId="2397342059" sldId="2147483673"/>
          </pc:sldLayoutMkLst>
        </pc:sldLayoutChg>
        <pc:sldLayoutChg chg="add del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117320909" sldId="2147483672"/>
            <pc:sldLayoutMk cId="2437829140" sldId="2147483674"/>
          </pc:sldLayoutMkLst>
        </pc:sldLayoutChg>
        <pc:sldLayoutChg chg="add del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117320909" sldId="2147483672"/>
            <pc:sldLayoutMk cId="2686965370" sldId="2147483675"/>
          </pc:sldLayoutMkLst>
        </pc:sldLayoutChg>
        <pc:sldLayoutChg chg="add del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117320909" sldId="2147483672"/>
            <pc:sldLayoutMk cId="2691582273" sldId="2147483676"/>
          </pc:sldLayoutMkLst>
        </pc:sldLayoutChg>
        <pc:sldLayoutChg chg="add del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117320909" sldId="2147483672"/>
            <pc:sldLayoutMk cId="1579920632" sldId="2147483677"/>
          </pc:sldLayoutMkLst>
        </pc:sldLayoutChg>
        <pc:sldLayoutChg chg="add del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117320909" sldId="2147483672"/>
            <pc:sldLayoutMk cId="4036752169" sldId="2147483678"/>
          </pc:sldLayoutMkLst>
        </pc:sldLayoutChg>
        <pc:sldLayoutChg chg="add del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117320909" sldId="2147483672"/>
            <pc:sldLayoutMk cId="361085186" sldId="2147483679"/>
          </pc:sldLayoutMkLst>
        </pc:sldLayoutChg>
        <pc:sldLayoutChg chg="add del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117320909" sldId="2147483672"/>
            <pc:sldLayoutMk cId="2214038499" sldId="2147483680"/>
          </pc:sldLayoutMkLst>
        </pc:sldLayoutChg>
        <pc:sldLayoutChg chg="add del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117320909" sldId="2147483672"/>
            <pc:sldLayoutMk cId="1278893400" sldId="2147483681"/>
          </pc:sldLayoutMkLst>
        </pc:sldLayoutChg>
        <pc:sldLayoutChg chg="add del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117320909" sldId="2147483672"/>
            <pc:sldLayoutMk cId="3070656215" sldId="2147483682"/>
          </pc:sldLayoutMkLst>
        </pc:sldLayoutChg>
        <pc:sldLayoutChg chg="add del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117320909" sldId="2147483672"/>
            <pc:sldLayoutMk cId="3942734413" sldId="2147483683"/>
          </pc:sldLayoutMkLst>
        </pc:sldLayoutChg>
      </pc:sldMasterChg>
      <pc:sldMasterChg chg="add addSldLayout modSldLayout">
        <pc:chgData name="ibrahim alam" userId="3c71a40d5fea2af4" providerId="Windows Live" clId="Web-{A9052B27-F9CB-4CB4-ABC8-43A1BD46E4E3}" dt="2025-12-23T04:06:34.436" v="19"/>
        <pc:sldMasterMkLst>
          <pc:docMk/>
          <pc:sldMasterMk cId="3987821244" sldId="2147483684"/>
        </pc:sldMasterMkLst>
        <pc:sldLayoutChg chg="add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3987821244" sldId="2147483684"/>
            <pc:sldLayoutMk cId="2320364850" sldId="2147483685"/>
          </pc:sldLayoutMkLst>
        </pc:sldLayoutChg>
        <pc:sldLayoutChg chg="add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3987821244" sldId="2147483684"/>
            <pc:sldLayoutMk cId="32158744" sldId="2147483686"/>
          </pc:sldLayoutMkLst>
        </pc:sldLayoutChg>
        <pc:sldLayoutChg chg="add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3987821244" sldId="2147483684"/>
            <pc:sldLayoutMk cId="794854894" sldId="2147483687"/>
          </pc:sldLayoutMkLst>
        </pc:sldLayoutChg>
        <pc:sldLayoutChg chg="add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3987821244" sldId="2147483684"/>
            <pc:sldLayoutMk cId="2336338524" sldId="2147483688"/>
          </pc:sldLayoutMkLst>
        </pc:sldLayoutChg>
        <pc:sldLayoutChg chg="add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3987821244" sldId="2147483684"/>
            <pc:sldLayoutMk cId="2737744924" sldId="2147483689"/>
          </pc:sldLayoutMkLst>
        </pc:sldLayoutChg>
        <pc:sldLayoutChg chg="add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3987821244" sldId="2147483684"/>
            <pc:sldLayoutMk cId="3133738965" sldId="2147483690"/>
          </pc:sldLayoutMkLst>
        </pc:sldLayoutChg>
        <pc:sldLayoutChg chg="add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3987821244" sldId="2147483684"/>
            <pc:sldLayoutMk cId="2465153515" sldId="2147483691"/>
          </pc:sldLayoutMkLst>
        </pc:sldLayoutChg>
        <pc:sldLayoutChg chg="add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3987821244" sldId="2147483684"/>
            <pc:sldLayoutMk cId="1976639750" sldId="2147483692"/>
          </pc:sldLayoutMkLst>
        </pc:sldLayoutChg>
        <pc:sldLayoutChg chg="add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3987821244" sldId="2147483684"/>
            <pc:sldLayoutMk cId="2795741720" sldId="2147483693"/>
          </pc:sldLayoutMkLst>
        </pc:sldLayoutChg>
        <pc:sldLayoutChg chg="add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3987821244" sldId="2147483684"/>
            <pc:sldLayoutMk cId="1208589772" sldId="2147483694"/>
          </pc:sldLayoutMkLst>
        </pc:sldLayoutChg>
        <pc:sldLayoutChg chg="add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3987821244" sldId="2147483684"/>
            <pc:sldLayoutMk cId="1365170923" sldId="2147483695"/>
          </pc:sldLayoutMkLst>
        </pc:sldLayoutChg>
        <pc:sldLayoutChg chg="add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3987821244" sldId="2147483684"/>
            <pc:sldLayoutMk cId="3084027296" sldId="2147483696"/>
          </pc:sldLayoutMkLst>
        </pc:sldLayoutChg>
        <pc:sldLayoutChg chg="add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3987821244" sldId="2147483684"/>
            <pc:sldLayoutMk cId="3049615815" sldId="2147483697"/>
          </pc:sldLayoutMkLst>
        </pc:sldLayoutChg>
        <pc:sldLayoutChg chg="add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3987821244" sldId="2147483684"/>
            <pc:sldLayoutMk cId="3405633352" sldId="2147483698"/>
          </pc:sldLayoutMkLst>
        </pc:sldLayoutChg>
        <pc:sldLayoutChg chg="add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3987821244" sldId="2147483684"/>
            <pc:sldLayoutMk cId="2777210302" sldId="2147483699"/>
          </pc:sldLayoutMkLst>
        </pc:sldLayoutChg>
        <pc:sldLayoutChg chg="add mod replId">
          <pc:chgData name="ibrahim alam" userId="3c71a40d5fea2af4" providerId="Windows Live" clId="Web-{A9052B27-F9CB-4CB4-ABC8-43A1BD46E4E3}" dt="2025-12-23T04:06:34.436" v="19"/>
          <pc:sldLayoutMkLst>
            <pc:docMk/>
            <pc:sldMasterMk cId="3987821244" sldId="2147483684"/>
            <pc:sldLayoutMk cId="1604099115" sldId="214748370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364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54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338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744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73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53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63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74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589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5170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027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9615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633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210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099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82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AI-Powered Collections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rPr dirty="0"/>
              <a:t>Leveraging Agentic AI for scalable, fair, and effective debt management at </a:t>
            </a:r>
            <a:r>
              <a:rPr dirty="0" err="1"/>
              <a:t>Geldium</a:t>
            </a:r>
          </a:p>
          <a:p>
            <a:pPr lvl="1"/>
            <a:r>
              <a:rPr dirty="0"/>
              <a:t>Transforms predictive insights into automated, responsible collections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the System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</a:pPr>
            <a:endParaRPr lang="en-US" sz="1600">
              <a:solidFill>
                <a:srgbClr val="35403A"/>
              </a:solidFill>
              <a:latin typeface="Aptos Light"/>
            </a:endParaRPr>
          </a:p>
          <a:p>
            <a:pPr marL="457200" lvl="1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5403A"/>
                </a:solidFill>
                <a:latin typeface="Aptos Light"/>
              </a:rPr>
              <a:t>Inputs</a:t>
            </a:r>
            <a:r>
              <a:rPr lang="en-US" sz="1400" dirty="0">
                <a:solidFill>
                  <a:srgbClr val="35403A"/>
                </a:solidFill>
                <a:latin typeface="Aptos Light"/>
              </a:rPr>
              <a:t>: </a:t>
            </a:r>
            <a:r>
              <a:rPr sz="1400" dirty="0">
                <a:solidFill>
                  <a:srgbClr val="35403A"/>
                </a:solidFill>
                <a:latin typeface="Aptos Light"/>
              </a:rPr>
              <a:t>Real-time customer data (DPD, missed payments, income vs EMI, payment history)</a:t>
            </a:r>
            <a:endParaRPr sz="1400" dirty="0">
              <a:solidFill>
                <a:srgbClr val="35403A"/>
              </a:solidFill>
              <a:latin typeface="Aptos Light"/>
              <a:ea typeface="Calibri"/>
              <a:cs typeface="Calibri"/>
            </a:endParaRPr>
          </a:p>
          <a:p>
            <a:pPr marL="457200" lvl="1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5403A"/>
                </a:solidFill>
                <a:latin typeface="Aptos Light"/>
              </a:rPr>
              <a:t>Decision Logic:</a:t>
            </a:r>
            <a:r>
              <a:rPr lang="en-US" sz="1400" dirty="0">
                <a:solidFill>
                  <a:srgbClr val="35403A"/>
                </a:solidFill>
                <a:latin typeface="Aptos Light"/>
              </a:rPr>
              <a:t> </a:t>
            </a:r>
            <a:r>
              <a:rPr sz="1400" dirty="0">
                <a:solidFill>
                  <a:srgbClr val="35403A"/>
                </a:solidFill>
                <a:latin typeface="Aptos Light"/>
              </a:rPr>
              <a:t>Predictive risk scores combined with business rules</a:t>
            </a:r>
            <a:endParaRPr sz="1400" dirty="0">
              <a:solidFill>
                <a:srgbClr val="35403A"/>
              </a:solidFill>
              <a:latin typeface="Aptos Light"/>
              <a:ea typeface="Calibri"/>
              <a:cs typeface="Calibri"/>
            </a:endParaRPr>
          </a:p>
          <a:p>
            <a:pPr marL="457200" lvl="1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5403A"/>
                </a:solidFill>
                <a:latin typeface="Aptos Light"/>
              </a:rPr>
              <a:t>Actions: Automated reminders, hardship offers, repayment plans</a:t>
            </a:r>
            <a:endParaRPr sz="1400" dirty="0">
              <a:solidFill>
                <a:srgbClr val="35403A"/>
              </a:solidFill>
              <a:latin typeface="Aptos Light"/>
              <a:ea typeface="Calibri"/>
              <a:cs typeface="Calibri"/>
            </a:endParaRPr>
          </a:p>
          <a:p>
            <a:pPr marL="457200" lvl="1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5403A"/>
                </a:solidFill>
                <a:latin typeface="Aptos Light"/>
              </a:rPr>
              <a:t>Learning Loop: System improves decisions using repayment and engagement feedback</a:t>
            </a:r>
            <a:endParaRPr sz="1400" dirty="0">
              <a:solidFill>
                <a:srgbClr val="35403A"/>
              </a:solidFill>
              <a:latin typeface="Aptos Light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Data Pipeline: Collects customer financial and repayment behavior data</a:t>
            </a:r>
          </a:p>
          <a:p>
            <a:pPr lvl="1"/>
            <a:r>
              <a:t>Decision Engine: Applies ML models and rules to select best action</a:t>
            </a:r>
          </a:p>
          <a:p>
            <a:pPr lvl="1"/>
            <a:r>
              <a:t>Action Layer: Executes SMS, email, calls, and repayment options</a:t>
            </a:r>
          </a:p>
          <a:p>
            <a:pPr lvl="1"/>
            <a:r>
              <a:t>Learning Loop: Continuously adapts based on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Autonomous: Risk scoring, routine outreach, follow-up scheduling</a:t>
            </a:r>
          </a:p>
          <a:p>
            <a:pPr lvl="1"/>
            <a:r>
              <a:t>Human Oversight: Sensitive cases, hardship approval, escalations</a:t>
            </a:r>
          </a:p>
          <a:p>
            <a:pPr lvl="1"/>
            <a:r>
              <a:t>Ensures scalability with responsible human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AI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Fairness: Regular bias audits, no use of sensitive attributes</a:t>
            </a:r>
          </a:p>
          <a:p>
            <a:pPr lvl="1"/>
            <a:r>
              <a:t>Transparency: Explainable risk drivers for all decisions</a:t>
            </a:r>
          </a:p>
          <a:p>
            <a:pPr lvl="1"/>
            <a:r>
              <a:t>Compliance: Alignment with financial regulations and data privacy laws</a:t>
            </a:r>
          </a:p>
          <a:p>
            <a:pPr lvl="1"/>
            <a:r>
              <a:t>Oversight: Human review for critical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15% reduction in 30+ day delinquency within 6 months</a:t>
            </a:r>
          </a:p>
          <a:p>
            <a:pPr lvl="1"/>
            <a:r>
              <a:t>Automation of ~60% outreach activities</a:t>
            </a:r>
          </a:p>
          <a:p>
            <a:pPr lvl="1"/>
            <a:r>
              <a:t>Lower operational cost and faster recovery</a:t>
            </a:r>
          </a:p>
          <a:p>
            <a:pPr lvl="1"/>
            <a:r>
              <a:t>Improved customer trust and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Geldium’s Collections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Enhanced scalability without losing personalization</a:t>
            </a:r>
          </a:p>
          <a:p>
            <a:pPr lvl="1"/>
            <a:r>
              <a:t>Cost efficiency through reduced manual intervention</a:t>
            </a:r>
          </a:p>
          <a:p>
            <a:pPr lvl="1"/>
            <a:r>
              <a:t>Better risk targeting and recovery outcomes</a:t>
            </a:r>
          </a:p>
          <a:p>
            <a:pPr lvl="1"/>
            <a:r>
              <a:t>Fair, transparent, and customer-centric collections approach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Facet</vt:lpstr>
      <vt:lpstr>AI-Powered Collections Strategy</vt:lpstr>
      <vt:lpstr>How the System Works</vt:lpstr>
      <vt:lpstr>System Components &amp; Workflow</vt:lpstr>
      <vt:lpstr>Role of Agentic AI</vt:lpstr>
      <vt:lpstr>Responsible AI Guardrails</vt:lpstr>
      <vt:lpstr>Expected Business Impact</vt:lpstr>
      <vt:lpstr>Impact on Geldium’s Collections Strategy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15</cp:revision>
  <dcterms:created xsi:type="dcterms:W3CDTF">2013-01-27T09:14:16Z</dcterms:created>
  <dcterms:modified xsi:type="dcterms:W3CDTF">2025-12-23T04:06:34Z</dcterms:modified>
  <cp:category/>
</cp:coreProperties>
</file>